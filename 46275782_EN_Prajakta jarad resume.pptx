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198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7" d="100"/>
          <a:sy n="67" d="100"/>
        </p:scale>
        <p:origin x="60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948359-31E5-402B-B348-05ADFF3CD589}" type="datetimeFigureOut">
              <a:rPr lang="en-IN" smtClean="0"/>
              <a:t>12-10-2022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41B881-A6C2-4874-80C8-D5E03D09AE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765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E8C64E9-6908-4C8D-A34B-006D18F0D63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9C8E31D1-17D2-4FF9-845C-778BEC26943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13188094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0BBD1-F2E5-E884-2935-FE5C59CE0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D32E55-5D15-BE44-D934-513FEDF5C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55A3A-CA82-EA1F-A26F-77B68364B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B4437-177B-4AB8-BCC6-5B1675D0C900}" type="datetimeFigureOut">
              <a:rPr lang="en-IN" smtClean="0"/>
              <a:t>12-10-2022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89ED6-C7FD-EE49-131A-625D5A1D0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6987FD-FBA5-897E-5464-2F36FDBD8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43A35-B9D0-4D1A-9A25-D2CD77622F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6489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0B94F-D5E4-B609-2008-13F5EFEA2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650A3-0633-3ED9-FF6C-88FD59958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1C99D-B498-7207-04B4-50A541BF7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B4437-177B-4AB8-BCC6-5B1675D0C900}" type="datetimeFigureOut">
              <a:rPr lang="en-IN" smtClean="0"/>
              <a:t>12-10-2022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A1A4A-C255-99CE-D516-1481EBB53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54374-3F5B-40F1-5C03-1E9D91213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43A35-B9D0-4D1A-9A25-D2CD77622F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0681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19CE5-0398-DF76-25D9-917707FB9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37950-09F9-D170-24BD-7251381A63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9F72C8-AE31-AFAF-404E-6BA22513B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B4437-177B-4AB8-BCC6-5B1675D0C900}" type="datetimeFigureOut">
              <a:rPr lang="en-IN" smtClean="0"/>
              <a:t>12-10-2022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280CB-B18C-D4FE-81B0-198B64C37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287BF-57CF-5A91-B34E-64F82EC82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43A35-B9D0-4D1A-9A25-D2CD77622F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472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8AB8B-E18C-D65E-389A-4DE03AFD6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1B157-557F-30E4-3F23-7FC9F0F279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5E68AE-D4D3-DEF9-1F1F-8688ADE5A8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A10522-D0AE-3A17-C441-83FD6DCEA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B4437-177B-4AB8-BCC6-5B1675D0C900}" type="datetimeFigureOut">
              <a:rPr lang="en-IN" smtClean="0"/>
              <a:t>12-10-2022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9B70DC-A762-2CB4-FC6A-1B90DBB0D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089443-883C-A780-667A-8E95CC64C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43A35-B9D0-4D1A-9A25-D2CD77622F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5331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16EC1-54AA-6593-AE0C-CF76FE943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11EE3-0E86-54D5-2CE0-F02C437267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BDBA1B-0C7F-507E-CBE5-1B76EFC48B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9D19FE-1E7D-A542-D2C9-3390AB2769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0E46D4-8732-1D28-5AE5-5C0ADFC71E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B2168B-FD73-EB5F-CD4C-5ED54AFB5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B4437-177B-4AB8-BCC6-5B1675D0C900}" type="datetimeFigureOut">
              <a:rPr lang="en-IN" smtClean="0"/>
              <a:t>12-10-2022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1AF961-9152-95BC-5098-2A0AC3BF5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97FE0E-056A-A141-2F1E-4443453CC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43A35-B9D0-4D1A-9A25-D2CD77622F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6567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E74B5-1437-DD0C-0303-7C5755BAC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EA69A7-B915-3765-31A1-1A27FDAAD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B4437-177B-4AB8-BCC6-5B1675D0C900}" type="datetimeFigureOut">
              <a:rPr lang="en-IN" smtClean="0"/>
              <a:t>12-10-2022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C4B327-E315-8C81-0F4B-D8A022F63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7DF85C-A110-49AE-D56A-E1804FDE8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43A35-B9D0-4D1A-9A25-D2CD77622F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1327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CC7816-697F-B50C-FD55-66DC782EE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B4437-177B-4AB8-BCC6-5B1675D0C900}" type="datetimeFigureOut">
              <a:rPr lang="en-IN" smtClean="0"/>
              <a:t>12-10-2022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0B5EAE-6FA3-E292-E3F7-1132B0073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740D0A-D25E-1E91-6342-4C0826124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43A35-B9D0-4D1A-9A25-D2CD77622F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0894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5EB58-6566-75A0-D348-B80052031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C8D5C-195F-A831-5782-DF116AB9E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E5C201-B0C3-ED09-A404-BF9E6E61B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C9C27-1B88-6778-CBDF-EB050F2E3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B4437-177B-4AB8-BCC6-5B1675D0C900}" type="datetimeFigureOut">
              <a:rPr lang="en-IN" smtClean="0"/>
              <a:t>12-10-2022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C0B64D-B12D-5F5A-0FBA-778A28877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F62D3C-F7F9-F221-4BD6-278F1F8BB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43A35-B9D0-4D1A-9A25-D2CD77622F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6003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86C1D-BC70-6AE2-92BD-1F042B2D7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FA6482-3FFE-6699-5979-426F7AEEBE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56FB2B-8BE5-082D-5058-5B2CBAD013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DB2C28-7B26-C475-3C84-B69FA93AC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B4437-177B-4AB8-BCC6-5B1675D0C900}" type="datetimeFigureOut">
              <a:rPr lang="en-IN" smtClean="0"/>
              <a:t>12-10-2022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5B8CA4-F1B8-B359-E58A-323C90AA7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7B3EB7-9E08-6DDA-2F15-C3E1EF0D9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43A35-B9D0-4D1A-9A25-D2CD77622F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6104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1D444-FF34-EA98-7D8F-AB829E47A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50ADC6-C57A-FAE4-34BE-8DF9C6D848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C0E23-B2F0-926C-BBD1-5CC51F37C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B4437-177B-4AB8-BCC6-5B1675D0C900}" type="datetimeFigureOut">
              <a:rPr lang="en-IN" smtClean="0"/>
              <a:t>12-10-2022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9BAE8-CF26-29A6-1B62-9D2045695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B4C915-12DE-F5A5-61BC-F057B7DAE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43A35-B9D0-4D1A-9A25-D2CD77622F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5251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EBD347-C5A9-D952-E9D2-463890E1F9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8B920C-A950-C396-610C-B46FE3C178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973146-E986-81B3-AA0B-D71FD649C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B4437-177B-4AB8-BCC6-5B1675D0C900}" type="datetimeFigureOut">
              <a:rPr lang="en-IN" smtClean="0"/>
              <a:t>12-10-2022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385B5-5EB4-CC08-A8F4-F162FA983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AC77C4-B77B-89F9-E323-63074FD44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43A35-B9D0-4D1A-9A25-D2CD77622F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26413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Pager Template 2017 N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>
            <a:extLst>
              <a:ext uri="{FF2B5EF4-FFF2-40B4-BE49-F238E27FC236}">
                <a16:creationId xmlns:a16="http://schemas.microsoft.com/office/drawing/2014/main" id="{9D2BDE31-324A-48D9-B4FF-035BEA6587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0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3CEDC4D-033D-4D91-8567-3DB7DAE7163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26268" y="2469484"/>
            <a:ext cx="1392238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r>
              <a:rPr lang="nl-NL" altLang="nl-NL" sz="1200" b="1" dirty="0">
                <a:solidFill>
                  <a:srgbClr val="0070AD"/>
                </a:solidFill>
              </a:rPr>
              <a:t>Strengths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39581F-401A-4397-A921-4BD17DB7578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157789" y="2538372"/>
            <a:ext cx="1876425" cy="2778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r>
              <a:rPr lang="nl-NL" altLang="nl-NL" sz="1200" b="1" dirty="0">
                <a:solidFill>
                  <a:srgbClr val="0070AD"/>
                </a:solidFill>
              </a:rPr>
              <a:t>Achievement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598366-533C-437A-8E31-70591EDA43A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366250" y="320675"/>
            <a:ext cx="2779713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r>
              <a:rPr lang="nl-NL" altLang="nl-NL" sz="1200" b="1">
                <a:solidFill>
                  <a:srgbClr val="0070AD"/>
                </a:solidFill>
              </a:rPr>
              <a:t>Education and certificates</a:t>
            </a:r>
          </a:p>
        </p:txBody>
      </p:sp>
      <p:grpSp>
        <p:nvGrpSpPr>
          <p:cNvPr id="15" name="Group 2">
            <a:extLst>
              <a:ext uri="{FF2B5EF4-FFF2-40B4-BE49-F238E27FC236}">
                <a16:creationId xmlns:a16="http://schemas.microsoft.com/office/drawing/2014/main" id="{238FAB7E-E38F-4E04-AA07-A553E5EC050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349500" y="1057275"/>
            <a:ext cx="1566863" cy="1108075"/>
            <a:chOff x="2384425" y="1239838"/>
            <a:chExt cx="1143000" cy="898525"/>
          </a:xfrm>
        </p:grpSpPr>
        <p:sp>
          <p:nvSpPr>
            <p:cNvPr id="17" name="TextBox 11">
              <a:extLst>
                <a:ext uri="{FF2B5EF4-FFF2-40B4-BE49-F238E27FC236}">
                  <a16:creationId xmlns:a16="http://schemas.microsoft.com/office/drawing/2014/main" id="{F1A16182-C8A0-42B8-9931-C972244781EE}"/>
                </a:ext>
              </a:extLst>
            </p:cNvPr>
            <p:cNvSpPr txBox="1">
              <a:spLocks noChangeArrowheads="1"/>
            </p:cNvSpPr>
            <p:nvPr/>
          </p:nvSpPr>
          <p:spPr bwMode="white">
            <a:xfrm>
              <a:off x="2385583" y="1429069"/>
              <a:ext cx="1141842" cy="429953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r>
                <a:rPr lang="nl-NL" altLang="nl-NL" sz="1100" b="1" dirty="0">
                  <a:solidFill>
                    <a:schemeClr val="bg1"/>
                  </a:solidFill>
                </a:rPr>
                <a:t>Base Location:</a:t>
              </a:r>
            </a:p>
          </p:txBody>
        </p:sp>
        <p:sp>
          <p:nvSpPr>
            <p:cNvPr id="18" name="TextBox 12">
              <a:extLst>
                <a:ext uri="{FF2B5EF4-FFF2-40B4-BE49-F238E27FC236}">
                  <a16:creationId xmlns:a16="http://schemas.microsoft.com/office/drawing/2014/main" id="{7CFAE8E2-AB5D-4CF9-8115-B93DB764BCD5}"/>
                </a:ext>
              </a:extLst>
            </p:cNvPr>
            <p:cNvSpPr txBox="1">
              <a:spLocks noChangeArrowheads="1"/>
            </p:cNvSpPr>
            <p:nvPr/>
          </p:nvSpPr>
          <p:spPr bwMode="white">
            <a:xfrm>
              <a:off x="2385583" y="1628598"/>
              <a:ext cx="1141842" cy="212402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r>
                <a:rPr lang="nl-NL" altLang="nl-NL" sz="1100" b="1" dirty="0">
                  <a:solidFill>
                    <a:schemeClr val="bg1"/>
                  </a:solidFill>
                </a:rPr>
                <a:t>Email ID:</a:t>
              </a:r>
            </a:p>
          </p:txBody>
        </p:sp>
        <p:sp>
          <p:nvSpPr>
            <p:cNvPr id="19" name="TextBox 13">
              <a:extLst>
                <a:ext uri="{FF2B5EF4-FFF2-40B4-BE49-F238E27FC236}">
                  <a16:creationId xmlns:a16="http://schemas.microsoft.com/office/drawing/2014/main" id="{6279758B-4941-4EC1-BBBA-6F16A5431D5E}"/>
                </a:ext>
              </a:extLst>
            </p:cNvPr>
            <p:cNvSpPr txBox="1">
              <a:spLocks noChangeArrowheads="1"/>
            </p:cNvSpPr>
            <p:nvPr/>
          </p:nvSpPr>
          <p:spPr bwMode="white">
            <a:xfrm>
              <a:off x="2385583" y="1820404"/>
              <a:ext cx="1141842" cy="212402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r>
                <a:rPr lang="nl-NL" altLang="nl-NL" sz="1100" b="1" dirty="0">
                  <a:solidFill>
                    <a:schemeClr val="bg1"/>
                  </a:solidFill>
                </a:rPr>
                <a:t>Mobile No: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FF096E5-D044-4527-937A-B258AF65D442}"/>
                </a:ext>
              </a:extLst>
            </p:cNvPr>
            <p:cNvSpPr/>
            <p:nvPr/>
          </p:nvSpPr>
          <p:spPr bwMode="white">
            <a:xfrm>
              <a:off x="2384425" y="1239838"/>
              <a:ext cx="1104784" cy="8985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nl-NL"/>
            </a:p>
          </p:txBody>
        </p:sp>
      </p:grpSp>
      <p:sp>
        <p:nvSpPr>
          <p:cNvPr id="22" name="TextBox 13">
            <a:extLst>
              <a:ext uri="{FF2B5EF4-FFF2-40B4-BE49-F238E27FC236}">
                <a16:creationId xmlns:a16="http://schemas.microsoft.com/office/drawing/2014/main" id="{DD2D64F5-C5D9-4322-B3FC-BC21AF1343F5}"/>
              </a:ext>
            </a:extLst>
          </p:cNvPr>
          <p:cNvSpPr txBox="1">
            <a:spLocks noChangeArrowheads="1"/>
          </p:cNvSpPr>
          <p:nvPr userDrawn="1"/>
        </p:nvSpPr>
        <p:spPr bwMode="white">
          <a:xfrm>
            <a:off x="2357438" y="1990725"/>
            <a:ext cx="1563687" cy="2603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r>
              <a:rPr lang="nl-NL" altLang="nl-NL" sz="1100" b="1" dirty="0">
                <a:solidFill>
                  <a:schemeClr val="bg1"/>
                </a:solidFill>
              </a:rPr>
              <a:t>Grade:</a:t>
            </a:r>
          </a:p>
        </p:txBody>
      </p:sp>
      <p:pic>
        <p:nvPicPr>
          <p:cNvPr id="24" name="Picture 8" descr="Strengths">
            <a:extLst>
              <a:ext uri="{FF2B5EF4-FFF2-40B4-BE49-F238E27FC236}">
                <a16:creationId xmlns:a16="http://schemas.microsoft.com/office/drawing/2014/main" id="{19E068FC-C38C-4D71-9A54-1BAA4BDE3EA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88" y="2133600"/>
            <a:ext cx="611187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12" descr="Achievement, trophy icon">
            <a:extLst>
              <a:ext uri="{FF2B5EF4-FFF2-40B4-BE49-F238E27FC236}">
                <a16:creationId xmlns:a16="http://schemas.microsoft.com/office/drawing/2014/main" id="{44891430-3EA5-4446-8A82-C16C5949E1A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0275" y="2362200"/>
            <a:ext cx="446088" cy="44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 Placeholder 5"/>
          <p:cNvSpPr>
            <a:spLocks noGrp="1"/>
          </p:cNvSpPr>
          <p:nvPr>
            <p:ph type="body" sz="quarter" idx="36"/>
          </p:nvPr>
        </p:nvSpPr>
        <p:spPr>
          <a:xfrm>
            <a:off x="4836699" y="2995865"/>
            <a:ext cx="4009644" cy="362150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defRPr sz="1000" i="0" u="none" baseline="0"/>
            </a:lvl1pPr>
            <a:lvl2pPr>
              <a:lnSpc>
                <a:spcPct val="114000"/>
              </a:lnSpc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41"/>
          </p:nvPr>
        </p:nvSpPr>
        <p:spPr bwMode="white">
          <a:xfrm>
            <a:off x="2468282" y="290679"/>
            <a:ext cx="6223654" cy="306703"/>
          </a:xfrm>
        </p:spPr>
        <p:txBody>
          <a:bodyPr>
            <a:noAutofit/>
          </a:bodyPr>
          <a:lstStyle>
            <a:lvl1pPr>
              <a:defRPr sz="2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42"/>
          </p:nvPr>
        </p:nvSpPr>
        <p:spPr bwMode="white">
          <a:xfrm>
            <a:off x="2468279" y="665942"/>
            <a:ext cx="6056596" cy="321205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43"/>
          </p:nvPr>
        </p:nvSpPr>
        <p:spPr bwMode="white">
          <a:xfrm>
            <a:off x="3696643" y="1280458"/>
            <a:ext cx="2373312" cy="295449"/>
          </a:xfrm>
        </p:spPr>
        <p:txBody>
          <a:bodyPr>
            <a:noAutofit/>
          </a:bodyPr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5" name="Picture Placeholder 44"/>
          <p:cNvSpPr>
            <a:spLocks noGrp="1"/>
          </p:cNvSpPr>
          <p:nvPr>
            <p:ph type="pic" sz="quarter" idx="46"/>
          </p:nvPr>
        </p:nvSpPr>
        <p:spPr bwMode="ltGray">
          <a:xfrm>
            <a:off x="383259" y="287492"/>
            <a:ext cx="1734208" cy="1735628"/>
          </a:xfrm>
          <a:prstGeom prst="ellipse">
            <a:avLst/>
          </a:prstGeom>
          <a:solidFill>
            <a:schemeClr val="bg1"/>
          </a:solidFill>
        </p:spPr>
        <p:txBody>
          <a:bodyPr rtlCol="0">
            <a:normAutofit/>
          </a:bodyPr>
          <a:lstStyle>
            <a:lvl1pPr>
              <a:lnSpc>
                <a:spcPct val="114000"/>
              </a:lnSpc>
              <a:defRPr sz="1000" baseline="0"/>
            </a:lvl1pPr>
          </a:lstStyle>
          <a:p>
            <a:pPr lvl="0"/>
            <a:r>
              <a:rPr lang="en-US" noProof="0"/>
              <a:t>Click icon to add picture</a:t>
            </a:r>
            <a:endParaRPr lang="nl-NL" noProof="0" dirty="0"/>
          </a:p>
        </p:txBody>
      </p:sp>
      <p:sp>
        <p:nvSpPr>
          <p:cNvPr id="46" name="Text Placeholder 5"/>
          <p:cNvSpPr>
            <a:spLocks noGrp="1"/>
          </p:cNvSpPr>
          <p:nvPr>
            <p:ph type="body" sz="quarter" idx="47"/>
          </p:nvPr>
        </p:nvSpPr>
        <p:spPr bwMode="white">
          <a:xfrm>
            <a:off x="3696026" y="1501534"/>
            <a:ext cx="2373312" cy="325397"/>
          </a:xfrm>
        </p:spPr>
        <p:txBody>
          <a:bodyPr>
            <a:noAutofit/>
          </a:bodyPr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7" name="Text Placeholder 5"/>
          <p:cNvSpPr>
            <a:spLocks noGrp="1"/>
          </p:cNvSpPr>
          <p:nvPr>
            <p:ph type="body" sz="quarter" idx="48"/>
          </p:nvPr>
        </p:nvSpPr>
        <p:spPr bwMode="white">
          <a:xfrm>
            <a:off x="3685536" y="1711595"/>
            <a:ext cx="2373312" cy="330250"/>
          </a:xfrm>
        </p:spPr>
        <p:txBody>
          <a:bodyPr>
            <a:noAutofit/>
          </a:bodyPr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4" name="Text Placeholder 5"/>
          <p:cNvSpPr>
            <a:spLocks noGrp="1"/>
          </p:cNvSpPr>
          <p:nvPr>
            <p:ph type="body" sz="quarter" idx="50"/>
          </p:nvPr>
        </p:nvSpPr>
        <p:spPr>
          <a:xfrm>
            <a:off x="383259" y="2995866"/>
            <a:ext cx="4056394" cy="3621502"/>
          </a:xfrm>
        </p:spPr>
        <p:txBody>
          <a:bodyPr>
            <a:noAutofit/>
          </a:bodyPr>
          <a:lstStyle>
            <a:lvl1pPr>
              <a:lnSpc>
                <a:spcPct val="114000"/>
              </a:lnSpc>
              <a:defRPr sz="1000" u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5"/>
          <p:cNvSpPr>
            <a:spLocks noGrp="1"/>
          </p:cNvSpPr>
          <p:nvPr>
            <p:ph type="body" sz="quarter" idx="51"/>
          </p:nvPr>
        </p:nvSpPr>
        <p:spPr bwMode="white">
          <a:xfrm>
            <a:off x="3690158" y="1891703"/>
            <a:ext cx="2373312" cy="330250"/>
          </a:xfrm>
        </p:spPr>
        <p:txBody>
          <a:bodyPr>
            <a:noAutofit/>
          </a:bodyPr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1817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08703A-FEFC-63E4-CF4E-CBD41D76D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F8EEFC-B59F-B8A2-8807-75B619D71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976349-FBE1-2E34-943D-3C31702323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BB4437-177B-4AB8-BCC6-5B1675D0C900}" type="datetimeFigureOut">
              <a:rPr lang="en-IN" smtClean="0"/>
              <a:t>12-10-2022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1A14F0-C5C0-A14A-7186-80FA27CA6E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3C0F9-D685-6D33-FBB5-109A3DA08C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743A35-B9D0-4D1A-9A25-D2CD77622F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9423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ScreenRecorder_2022-10-12_0dff6bf7-9414-4467-93d6-89fea043b006%20(1).mp4" TargetMode="External"/><Relationship Id="rId3" Type="http://schemas.openxmlformats.org/officeDocument/2006/relationships/hyperlink" Target="https://github.com/PrajaktaJarad" TargetMode="External"/><Relationship Id="rId7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hyperlink" Target="https://www.linkedin.com/in/prajakta-jarad-32459a218?lipi=urn%3Ali%3Apage%3Ad_flagship3_profile_view_base_contact_details%3BJle8MH6LT7SCP%2For90%2BLZw%3D%3D" TargetMode="External"/><Relationship Id="rId4" Type="http://schemas.openxmlformats.org/officeDocument/2006/relationships/image" Target="../media/image4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B8B0DC3D-A319-4B78-A461-3FAC5C106C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6229315"/>
              </p:ext>
            </p:extLst>
          </p:nvPr>
        </p:nvGraphicFramePr>
        <p:xfrm>
          <a:off x="9229514" y="1143001"/>
          <a:ext cx="3046104" cy="4943825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877438">
                  <a:extLst>
                    <a:ext uri="{9D8B030D-6E8A-4147-A177-3AD203B41FA5}">
                      <a16:colId xmlns:a16="http://schemas.microsoft.com/office/drawing/2014/main" val="3331298770"/>
                    </a:ext>
                  </a:extLst>
                </a:gridCol>
                <a:gridCol w="2168666">
                  <a:extLst>
                    <a:ext uri="{9D8B030D-6E8A-4147-A177-3AD203B41FA5}">
                      <a16:colId xmlns:a16="http://schemas.microsoft.com/office/drawing/2014/main" val="879084521"/>
                    </a:ext>
                  </a:extLst>
                </a:gridCol>
              </a:tblGrid>
              <a:tr h="483489">
                <a:tc>
                  <a:txBody>
                    <a:bodyPr/>
                    <a:lstStyle/>
                    <a:p>
                      <a:r>
                        <a:rPr kumimoji="0" lang="en-US" altLang="en-US" sz="11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Java 8 /J2EE</a:t>
                      </a:r>
                      <a:r>
                        <a:rPr kumimoji="0" lang="en-US" sz="1100" b="1" u="none" strike="noStrike" kern="1200" cap="none" spc="0" normalizeH="0" baseline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</a:t>
                      </a:r>
                      <a:endParaRPr kumimoji="0" lang="en-US" sz="11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Verdana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Java Basics, OOPS, Collections, Arrays, Loops, Lambda Expressions</a:t>
                      </a:r>
                      <a:endParaRPr kumimoji="0" lang="en-US" sz="11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Verdana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7898659"/>
                  </a:ext>
                </a:extLst>
              </a:tr>
              <a:tr h="3545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2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Spring core</a:t>
                      </a:r>
                      <a:endParaRPr kumimoji="0" lang="en-US" sz="12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Verdana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100" u="none" strike="noStrike" kern="1200" cap="none" spc="0" normalizeH="0" baseline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Dependency Injection, </a:t>
                      </a:r>
                      <a:r>
                        <a:rPr kumimoji="0" lang="en-US" sz="1100" u="none" strike="noStrike" kern="1200" cap="none" spc="0" normalizeH="0" baseline="0" dirty="0" err="1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Autowire</a:t>
                      </a:r>
                      <a:endParaRPr kumimoji="0" lang="en-US" sz="11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Verdana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054581"/>
                  </a:ext>
                </a:extLst>
              </a:tr>
              <a:tr h="6124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2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Spring REST</a:t>
                      </a:r>
                    </a:p>
                    <a:p>
                      <a:endParaRPr kumimoji="0" lang="en-US" sz="11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Verdana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REST controllers, Implementation of GET, POST, PUT &amp; DELETE, Bean Validation &amp; Exception Handling, Controller &amp; Repository layer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9840877"/>
                  </a:ext>
                </a:extLst>
              </a:tr>
              <a:tr h="483489">
                <a:tc>
                  <a:txBody>
                    <a:bodyPr/>
                    <a:lstStyle/>
                    <a:p>
                      <a:r>
                        <a:rPr kumimoji="0" lang="en-US" sz="1100" b="1" u="none" strike="noStrike" kern="1200" cap="none" spc="0" normalizeH="0" baseline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Spring Data JPA</a:t>
                      </a:r>
                      <a:endParaRPr kumimoji="0" lang="en-US" sz="11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Verdana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Implement DAO layer using spring Data repositories</a:t>
                      </a:r>
                      <a:endParaRPr 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8073409"/>
                  </a:ext>
                </a:extLst>
              </a:tr>
              <a:tr h="612419">
                <a:tc>
                  <a:txBody>
                    <a:bodyPr/>
                    <a:lstStyle/>
                    <a:p>
                      <a:r>
                        <a:rPr kumimoji="0" lang="en-US" sz="1100" b="1" u="none" strike="noStrike" kern="1200" cap="none" spc="0" normalizeH="0" baseline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Spring Boot Microservices</a:t>
                      </a:r>
                      <a:endParaRPr kumimoji="0" lang="en-US" sz="11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Verdana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100" u="none" strike="noStrike" kern="1200" cap="none" spc="0" normalizeH="0" baseline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Spring Boot Starters, annotations, Messaging Service using </a:t>
                      </a:r>
                      <a:r>
                        <a:rPr kumimoji="0" lang="en-US" sz="1100" u="none" strike="noStrike" kern="1200" cap="none" spc="0" normalizeH="0" baseline="0" dirty="0" err="1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RabbitMq,Swagger</a:t>
                      </a:r>
                      <a:r>
                        <a:rPr kumimoji="0" lang="en-US" sz="1100" u="none" strike="noStrike" kern="1200" cap="none" spc="0" normalizeH="0" baseline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API documents</a:t>
                      </a:r>
                      <a:endParaRPr kumimoji="0" lang="en-US" sz="11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Verdana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5133130"/>
                  </a:ext>
                </a:extLst>
              </a:tr>
              <a:tr h="483489">
                <a:tc>
                  <a:txBody>
                    <a:bodyPr/>
                    <a:lstStyle/>
                    <a:p>
                      <a:r>
                        <a:rPr kumimoji="0" lang="en-US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+mn-ea"/>
                          <a:cs typeface="+mn-cs"/>
                        </a:rPr>
                        <a:t>Spring Cloud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kumimoji="0" lang="en-US" sz="110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Eureka, Spring Cloud API Gateway</a:t>
                      </a:r>
                    </a:p>
                    <a:p>
                      <a:endParaRPr kumimoji="0" lang="en-US" sz="11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Verdana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295346"/>
                  </a:ext>
                </a:extLst>
              </a:tr>
              <a:tr h="354559">
                <a:tc>
                  <a:txBody>
                    <a:bodyPr/>
                    <a:lstStyle/>
                    <a:p>
                      <a:r>
                        <a:rPr kumimoji="0" lang="en-US" sz="105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+mn-ea"/>
                          <a:cs typeface="+mn-cs"/>
                        </a:rPr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1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+mn-ea"/>
                          <a:cs typeface="+mn-cs"/>
                        </a:rPr>
                        <a:t>MySql</a:t>
                      </a:r>
                      <a:r>
                        <a:rPr kumimoji="0" lang="en-US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+mn-ea"/>
                          <a:cs typeface="+mn-cs"/>
                        </a:rPr>
                        <a:t>, MongoDB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8680090"/>
                  </a:ext>
                </a:extLst>
              </a:tr>
              <a:tr h="483489">
                <a:tc>
                  <a:txBody>
                    <a:bodyPr/>
                    <a:lstStyle/>
                    <a:p>
                      <a:r>
                        <a:rPr kumimoji="0" lang="en-US" sz="105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+mn-ea"/>
                          <a:cs typeface="+mn-cs"/>
                        </a:rPr>
                        <a:t>UI Tech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kumimoji="0" lang="en-US" sz="110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HTML 5 &amp; CSS 3,JavaScript,Bootstrap, Angular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12774"/>
                  </a:ext>
                </a:extLst>
              </a:tr>
              <a:tr h="283281">
                <a:tc>
                  <a:txBody>
                    <a:bodyPr/>
                    <a:lstStyle/>
                    <a:p>
                      <a:r>
                        <a:rPr kumimoji="0" lang="en-US" sz="11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+mn-ea"/>
                          <a:cs typeface="+mn-cs"/>
                        </a:rPr>
                        <a:t>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+mn-ea"/>
                          <a:cs typeface="+mn-cs"/>
                        </a:rPr>
                        <a:t>Git, Postman, IDE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5317192"/>
                  </a:ext>
                </a:extLst>
              </a:tr>
              <a:tr h="483489">
                <a:tc>
                  <a:txBody>
                    <a:bodyPr/>
                    <a:lstStyle/>
                    <a:p>
                      <a:r>
                        <a:rPr kumimoji="0" lang="en-US" sz="105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+mn-ea"/>
                          <a:cs typeface="+mn-cs"/>
                        </a:rPr>
                        <a:t>Add On skills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+mn-ea"/>
                          <a:cs typeface="+mn-cs"/>
                        </a:rPr>
                        <a:t>Time management, Patience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0432058"/>
                  </a:ext>
                </a:extLst>
              </a:tr>
            </a:tbl>
          </a:graphicData>
        </a:graphic>
      </p:graphicFrame>
      <p:sp>
        <p:nvSpPr>
          <p:cNvPr id="7170" name="Text Placeholder 18">
            <a:extLst>
              <a:ext uri="{FF2B5EF4-FFF2-40B4-BE49-F238E27FC236}">
                <a16:creationId xmlns:a16="http://schemas.microsoft.com/office/drawing/2014/main" id="{4EF0A5D5-CB77-4BCF-86BB-EC8AFA4AA0E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837113" y="2995613"/>
            <a:ext cx="4008437" cy="3138487"/>
          </a:xfrm>
        </p:spPr>
        <p:txBody>
          <a:bodyPr/>
          <a:lstStyle/>
          <a:p>
            <a:pPr eaLnBrk="1" hangingPunct="1">
              <a:lnSpc>
                <a:spcPct val="114000"/>
              </a:lnSpc>
            </a:pPr>
            <a:r>
              <a:rPr lang="en-US" altLang="en-US" sz="1600" b="1" dirty="0"/>
              <a:t>Online Hotel Management System</a:t>
            </a:r>
          </a:p>
          <a:p>
            <a:pPr eaLnBrk="1" hangingPunct="1">
              <a:lnSpc>
                <a:spcPct val="114000"/>
              </a:lnSpc>
            </a:pPr>
            <a:r>
              <a:rPr lang="en-IN" altLang="en-US" sz="1600" dirty="0"/>
              <a:t>Completed end to end case study of Online </a:t>
            </a:r>
            <a:r>
              <a:rPr lang="en-US" altLang="en-US" sz="1600" dirty="0"/>
              <a:t>Hotel Management </a:t>
            </a:r>
            <a:r>
              <a:rPr lang="en-IN" altLang="en-US" sz="1600" dirty="0"/>
              <a:t>System along with Swagger and payment implementation using </a:t>
            </a:r>
            <a:r>
              <a:rPr lang="en-IN" altLang="en-US" sz="1600" dirty="0" err="1"/>
              <a:t>Razorpay</a:t>
            </a:r>
            <a:r>
              <a:rPr lang="en-IN" altLang="en-US" sz="1600" dirty="0"/>
              <a:t> gateway, UI with Angular </a:t>
            </a:r>
            <a:r>
              <a:rPr lang="en-US" altLang="en-US" sz="1600" dirty="0"/>
              <a:t>used for user interface.</a:t>
            </a:r>
            <a:endParaRPr lang="en-US" altLang="nl-NL" sz="1600" b="1" dirty="0"/>
          </a:p>
          <a:p>
            <a:pPr>
              <a:lnSpc>
                <a:spcPct val="114000"/>
              </a:lnSpc>
            </a:pPr>
            <a:r>
              <a:rPr lang="en-IN" altLang="nl-NL" sz="1600" b="1" dirty="0"/>
              <a:t>Hospital Management System</a:t>
            </a:r>
          </a:p>
          <a:p>
            <a:pPr>
              <a:lnSpc>
                <a:spcPct val="114000"/>
              </a:lnSpc>
            </a:pPr>
            <a:r>
              <a:rPr lang="en-IN" altLang="nl-NL" sz="1600" dirty="0"/>
              <a:t>Developed Hospital Management System using </a:t>
            </a:r>
            <a:r>
              <a:rPr lang="en-US" sz="1600" b="1" dirty="0"/>
              <a:t>Spring Boot, </a:t>
            </a:r>
            <a:r>
              <a:rPr lang="en-US" sz="1600" b="1" dirty="0" err="1"/>
              <a:t>MySql</a:t>
            </a:r>
            <a:r>
              <a:rPr lang="en-US" sz="1600" b="1" dirty="0"/>
              <a:t> and </a:t>
            </a:r>
            <a:r>
              <a:rPr lang="en-US" sz="1600" dirty="0"/>
              <a:t>testing all </a:t>
            </a:r>
            <a:r>
              <a:rPr lang="en-US" sz="1600" dirty="0" err="1"/>
              <a:t>api</a:t>
            </a:r>
            <a:r>
              <a:rPr lang="en-US" sz="1600" dirty="0"/>
              <a:t> through </a:t>
            </a:r>
            <a:r>
              <a:rPr lang="en-US" sz="1600" b="1" dirty="0"/>
              <a:t>postman</a:t>
            </a:r>
            <a:endParaRPr lang="en-IN" altLang="nl-NL" sz="1600" b="1" dirty="0"/>
          </a:p>
          <a:p>
            <a:pPr eaLnBrk="1" hangingPunct="1">
              <a:lnSpc>
                <a:spcPct val="114000"/>
              </a:lnSpc>
            </a:pPr>
            <a:endParaRPr lang="en-IN" altLang="en-US" sz="1400" dirty="0"/>
          </a:p>
          <a:p>
            <a:pPr eaLnBrk="1" hangingPunct="1">
              <a:lnSpc>
                <a:spcPct val="114000"/>
              </a:lnSpc>
            </a:pPr>
            <a:endParaRPr lang="en-US" altLang="nl-NL" b="1" dirty="0"/>
          </a:p>
          <a:p>
            <a:pPr eaLnBrk="1" hangingPunct="1">
              <a:lnSpc>
                <a:spcPct val="114000"/>
              </a:lnSpc>
            </a:pPr>
            <a:endParaRPr lang="en-IN" altLang="en-US" dirty="0"/>
          </a:p>
          <a:p>
            <a:pPr eaLnBrk="1" hangingPunct="1">
              <a:lnSpc>
                <a:spcPct val="114000"/>
              </a:lnSpc>
            </a:pPr>
            <a:endParaRPr lang="en-IN" altLang="en-US" dirty="0"/>
          </a:p>
          <a:p>
            <a:pPr eaLnBrk="1" hangingPunct="1">
              <a:lnSpc>
                <a:spcPct val="114000"/>
              </a:lnSpc>
            </a:pPr>
            <a:endParaRPr lang="en-IN" altLang="en-US" dirty="0"/>
          </a:p>
          <a:p>
            <a:pPr eaLnBrk="1" hangingPunct="1">
              <a:lnSpc>
                <a:spcPct val="114000"/>
              </a:lnSpc>
            </a:pPr>
            <a:endParaRPr lang="en-IN" altLang="en-US" dirty="0"/>
          </a:p>
          <a:p>
            <a:pPr eaLnBrk="1" hangingPunct="1">
              <a:lnSpc>
                <a:spcPct val="114000"/>
              </a:lnSpc>
            </a:pPr>
            <a:endParaRPr lang="en-IN" altLang="en-US" dirty="0"/>
          </a:p>
          <a:p>
            <a:pPr eaLnBrk="1" hangingPunct="1">
              <a:lnSpc>
                <a:spcPct val="114000"/>
              </a:lnSpc>
            </a:pPr>
            <a:endParaRPr lang="en-IN" altLang="en-US" dirty="0"/>
          </a:p>
          <a:p>
            <a:pPr eaLnBrk="1" hangingPunct="1">
              <a:lnSpc>
                <a:spcPct val="114000"/>
              </a:lnSpc>
            </a:pPr>
            <a:endParaRPr lang="en-IN" altLang="en-US" dirty="0"/>
          </a:p>
          <a:p>
            <a:pPr eaLnBrk="1" hangingPunct="1">
              <a:lnSpc>
                <a:spcPct val="114000"/>
              </a:lnSpc>
            </a:pPr>
            <a:endParaRPr lang="en-IN" altLang="en-US" dirty="0"/>
          </a:p>
          <a:p>
            <a:pPr eaLnBrk="1" hangingPunct="1">
              <a:lnSpc>
                <a:spcPct val="114000"/>
              </a:lnSpc>
            </a:pPr>
            <a:endParaRPr lang="en-IN" altLang="en-US" dirty="0"/>
          </a:p>
          <a:p>
            <a:pPr eaLnBrk="1" hangingPunct="1">
              <a:lnSpc>
                <a:spcPct val="114000"/>
              </a:lnSpc>
            </a:pPr>
            <a:endParaRPr lang="en-IN" altLang="en-US" dirty="0"/>
          </a:p>
          <a:p>
            <a:pPr eaLnBrk="1" hangingPunct="1">
              <a:lnSpc>
                <a:spcPct val="114000"/>
              </a:lnSpc>
            </a:pPr>
            <a:endParaRPr lang="en-IN" altLang="en-US" dirty="0"/>
          </a:p>
          <a:p>
            <a:pPr eaLnBrk="1" hangingPunct="1">
              <a:lnSpc>
                <a:spcPct val="114000"/>
              </a:lnSpc>
            </a:pPr>
            <a:endParaRPr lang="en-US" altLang="nl-NL" b="1" dirty="0"/>
          </a:p>
          <a:p>
            <a:pPr eaLnBrk="1" hangingPunct="1">
              <a:lnSpc>
                <a:spcPct val="114000"/>
              </a:lnSpc>
            </a:pPr>
            <a:br>
              <a:rPr lang="en-US" altLang="nl-NL" dirty="0"/>
            </a:br>
            <a:br>
              <a:rPr lang="en-US" altLang="nl-NL" dirty="0"/>
            </a:br>
            <a:endParaRPr lang="nl-NL" altLang="nl-NL" dirty="0"/>
          </a:p>
        </p:txBody>
      </p:sp>
      <p:sp>
        <p:nvSpPr>
          <p:cNvPr id="7171" name="Text Placeholder 21">
            <a:extLst>
              <a:ext uri="{FF2B5EF4-FFF2-40B4-BE49-F238E27FC236}">
                <a16:creationId xmlns:a16="http://schemas.microsoft.com/office/drawing/2014/main" id="{FF4CCF3B-4887-442F-A757-E5908FA1808D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2702719" y="656343"/>
            <a:ext cx="6056312" cy="322262"/>
          </a:xfrm>
        </p:spPr>
        <p:txBody>
          <a:bodyPr/>
          <a:lstStyle/>
          <a:p>
            <a:pPr fontAlgn="base">
              <a:spcBef>
                <a:spcPct val="0"/>
              </a:spcBef>
            </a:pPr>
            <a:r>
              <a:rPr lang="nl-NL" altLang="nl-NL" dirty="0"/>
              <a:t>Analyst/Software Engineer</a:t>
            </a:r>
          </a:p>
        </p:txBody>
      </p:sp>
      <p:sp>
        <p:nvSpPr>
          <p:cNvPr id="7172" name="Text Placeholder 22">
            <a:extLst>
              <a:ext uri="{FF2B5EF4-FFF2-40B4-BE49-F238E27FC236}">
                <a16:creationId xmlns:a16="http://schemas.microsoft.com/office/drawing/2014/main" id="{994FC039-D8C9-4401-93CE-88467263C84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649663" y="1288233"/>
            <a:ext cx="2374900" cy="295275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nl-NL" altLang="nl-NL" sz="1200" dirty="0"/>
              <a:t>       Mumbai</a:t>
            </a:r>
          </a:p>
          <a:p>
            <a:pPr eaLnBrk="1" hangingPunct="1"/>
            <a:endParaRPr lang="nl-NL" altLang="nl-NL" dirty="0"/>
          </a:p>
        </p:txBody>
      </p:sp>
      <p:sp>
        <p:nvSpPr>
          <p:cNvPr id="7173" name="Text Placeholder 24">
            <a:extLst>
              <a:ext uri="{FF2B5EF4-FFF2-40B4-BE49-F238E27FC236}">
                <a16:creationId xmlns:a16="http://schemas.microsoft.com/office/drawing/2014/main" id="{0DF2099D-8FC2-44CE-AB60-E2C2257CB05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3872236" y="1357314"/>
            <a:ext cx="2751138" cy="325438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nl-NL" altLang="nl-NL" dirty="0"/>
              <a:t>                                                                </a:t>
            </a:r>
            <a:r>
              <a:rPr lang="nl-NL" altLang="nl-NL" sz="1200" dirty="0"/>
              <a:t>prajakta-gorakh.jarad@capgemini.com</a:t>
            </a:r>
          </a:p>
        </p:txBody>
      </p:sp>
      <p:sp>
        <p:nvSpPr>
          <p:cNvPr id="7174" name="Text Placeholder 25">
            <a:extLst>
              <a:ext uri="{FF2B5EF4-FFF2-40B4-BE49-F238E27FC236}">
                <a16:creationId xmlns:a16="http://schemas.microsoft.com/office/drawing/2014/main" id="{8B11FF61-9AA9-42E0-800D-B94AC06E095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3348038" y="1770063"/>
            <a:ext cx="2382837" cy="3302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nl-NL" altLang="nl-NL" dirty="0"/>
              <a:t>                +91 9067420004</a:t>
            </a:r>
          </a:p>
        </p:txBody>
      </p:sp>
      <p:sp>
        <p:nvSpPr>
          <p:cNvPr id="7175" name="Text Placeholder 26">
            <a:extLst>
              <a:ext uri="{FF2B5EF4-FFF2-40B4-BE49-F238E27FC236}">
                <a16:creationId xmlns:a16="http://schemas.microsoft.com/office/drawing/2014/main" id="{BADEA8C0-D1A3-4608-9E63-683339DCC944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21327" y="2964639"/>
            <a:ext cx="4057650" cy="4020342"/>
          </a:xfrm>
        </p:spPr>
        <p:txBody>
          <a:bodyPr/>
          <a:lstStyle/>
          <a:p>
            <a:r>
              <a:rPr lang="en-US" altLang="en-US" sz="1600" b="1" dirty="0"/>
              <a:t>Full Stack Developer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/>
              <a:t>Hands on experience in creating </a:t>
            </a:r>
            <a:r>
              <a:rPr lang="en-US" sz="1600" b="1" dirty="0"/>
              <a:t>microservices</a:t>
            </a:r>
            <a:r>
              <a:rPr lang="en-US" sz="1600" dirty="0"/>
              <a:t> with </a:t>
            </a:r>
            <a:r>
              <a:rPr lang="en-US" sz="1600" b="1" dirty="0"/>
              <a:t>Spring Boot, Spring Security, Spring Cloud API Gateway,</a:t>
            </a:r>
            <a:r>
              <a:rPr lang="en-US" sz="1600" dirty="0"/>
              <a:t> </a:t>
            </a:r>
            <a:r>
              <a:rPr lang="en-US" sz="1600" b="1" dirty="0"/>
              <a:t>Eureka server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/>
              <a:t>Proficient in creating </a:t>
            </a:r>
            <a:r>
              <a:rPr lang="en-US" sz="1600" b="1" dirty="0"/>
              <a:t>Single page Web</a:t>
            </a:r>
            <a:r>
              <a:rPr lang="en-US" sz="1600" dirty="0"/>
              <a:t> Application in </a:t>
            </a:r>
            <a:r>
              <a:rPr lang="en-US" sz="1600" b="1" dirty="0"/>
              <a:t>angular</a:t>
            </a:r>
            <a:endParaRPr lang="en-US" sz="16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/>
              <a:t>Experience in creating documentation with </a:t>
            </a:r>
            <a:r>
              <a:rPr lang="en-US" sz="1600" b="1" dirty="0"/>
              <a:t>swagger</a:t>
            </a:r>
            <a:r>
              <a:rPr lang="en-US" sz="1600" dirty="0"/>
              <a:t> and in unit testing using</a:t>
            </a:r>
            <a:r>
              <a:rPr lang="en-US" sz="1600" b="1" dirty="0"/>
              <a:t> Junit, Mockito</a:t>
            </a:r>
            <a:r>
              <a:rPr lang="en-US" sz="1600" dirty="0"/>
              <a:t>, in messaging service using </a:t>
            </a:r>
            <a:r>
              <a:rPr lang="en-US" sz="1600" b="1" dirty="0"/>
              <a:t>RabbitMQ, </a:t>
            </a:r>
            <a:r>
              <a:rPr lang="en-US" sz="1600" dirty="0"/>
              <a:t>in</a:t>
            </a:r>
            <a:r>
              <a:rPr lang="en-US" sz="1600" b="1" dirty="0"/>
              <a:t> email service</a:t>
            </a:r>
          </a:p>
          <a:p>
            <a:pPr marL="0" indent="0">
              <a:buNone/>
            </a:pPr>
            <a:br>
              <a:rPr lang="en-US" altLang="nl-NL" sz="1200" dirty="0"/>
            </a:br>
            <a:endParaRPr lang="en-US" altLang="nl-NL" sz="1200" dirty="0"/>
          </a:p>
        </p:txBody>
      </p:sp>
      <p:sp>
        <p:nvSpPr>
          <p:cNvPr id="7178" name="Text Placeholder 1">
            <a:extLst>
              <a:ext uri="{FF2B5EF4-FFF2-40B4-BE49-F238E27FC236}">
                <a16:creationId xmlns:a16="http://schemas.microsoft.com/office/drawing/2014/main" id="{3959C7F9-3FBF-4100-BACD-7A75D3D2E90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2468563" y="290513"/>
            <a:ext cx="6223000" cy="306387"/>
          </a:xfrm>
        </p:spPr>
        <p:txBody>
          <a:bodyPr/>
          <a:lstStyle/>
          <a:p>
            <a:r>
              <a:rPr lang="en-IN" altLang="en-US" dirty="0"/>
              <a:t>Prajakta Jarad</a:t>
            </a:r>
          </a:p>
        </p:txBody>
      </p:sp>
      <p:pic>
        <p:nvPicPr>
          <p:cNvPr id="7179" name="Picture 7">
            <a:hlinkClick r:id="rId3"/>
            <a:extLst>
              <a:ext uri="{FF2B5EF4-FFF2-40B4-BE49-F238E27FC236}">
                <a16:creationId xmlns:a16="http://schemas.microsoft.com/office/drawing/2014/main" id="{12618B16-99B6-4F89-A145-C5939A938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82" t="2058" r="24332" b="4875"/>
          <a:stretch>
            <a:fillRect/>
          </a:stretch>
        </p:blipFill>
        <p:spPr bwMode="auto">
          <a:xfrm>
            <a:off x="4505396" y="6218001"/>
            <a:ext cx="471487" cy="471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80" name="TextBox 3">
            <a:extLst>
              <a:ext uri="{FF2B5EF4-FFF2-40B4-BE49-F238E27FC236}">
                <a16:creationId xmlns:a16="http://schemas.microsoft.com/office/drawing/2014/main" id="{273FF0AF-5E94-435C-8A2A-7A7CA0FE36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6883" y="6397625"/>
            <a:ext cx="340995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Check out my work on GitHub &amp; Video Profile</a:t>
            </a:r>
          </a:p>
        </p:txBody>
      </p:sp>
      <p:pic>
        <p:nvPicPr>
          <p:cNvPr id="7182" name="Picture 4" descr="Free icon download | Linkedin">
            <a:hlinkClick r:id="rId5"/>
            <a:extLst>
              <a:ext uri="{FF2B5EF4-FFF2-40B4-BE49-F238E27FC236}">
                <a16:creationId xmlns:a16="http://schemas.microsoft.com/office/drawing/2014/main" id="{89622B52-B834-40D0-9BA5-24EF14F2A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4226" y="1928330"/>
            <a:ext cx="325438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83" name="Text Placeholder 25">
            <a:extLst>
              <a:ext uri="{FF2B5EF4-FFF2-40B4-BE49-F238E27FC236}">
                <a16:creationId xmlns:a16="http://schemas.microsoft.com/office/drawing/2014/main" id="{B8C26D43-3971-4B32-9403-96D3E3AC5656}"/>
              </a:ext>
            </a:extLst>
          </p:cNvPr>
          <p:cNvSpPr txBox="1">
            <a:spLocks noChangeArrowheads="1"/>
          </p:cNvSpPr>
          <p:nvPr/>
        </p:nvSpPr>
        <p:spPr bwMode="white">
          <a:xfrm>
            <a:off x="3048092" y="1969248"/>
            <a:ext cx="2381250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lnSpc>
                <a:spcPts val="2200"/>
              </a:lnSpc>
              <a:spcAft>
                <a:spcPts val="60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233363" indent="-228600">
              <a:lnSpc>
                <a:spcPts val="2000"/>
              </a:lnSpc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457200" indent="-223838">
              <a:lnSpc>
                <a:spcPts val="16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690563" indent="-233363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‒"/>
              <a:defRPr sz="12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nl-NL" altLang="nl-NL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                   A4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726CED-1BAF-414A-893B-4626E9B6F2B4}"/>
              </a:ext>
            </a:extLst>
          </p:cNvPr>
          <p:cNvSpPr/>
          <p:nvPr/>
        </p:nvSpPr>
        <p:spPr>
          <a:xfrm>
            <a:off x="9499417" y="547041"/>
            <a:ext cx="2424112" cy="4426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nl-NL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Bachelor of Engineering(BE) in Computer Science : 2018 - 2022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16387D-79C4-4D2C-8F4C-617036B1459A}"/>
              </a:ext>
            </a:extLst>
          </p:cNvPr>
          <p:cNvSpPr/>
          <p:nvPr/>
        </p:nvSpPr>
        <p:spPr>
          <a:xfrm>
            <a:off x="9242029" y="939723"/>
            <a:ext cx="56778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nl-NL" sz="1000" b="1" i="0" u="none" strike="noStrike" kern="1200" cap="none" spc="0" normalizeH="0" baseline="0" noProof="0" dirty="0">
                <a:ln>
                  <a:noFill/>
                </a:ln>
                <a:solidFill>
                  <a:srgbClr val="0070AD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</a:rPr>
              <a:t>Skills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pic>
        <p:nvPicPr>
          <p:cNvPr id="9" name="Picture Placeholder 8" descr="A picture containing wall, person, clothing, indoor&#10;&#10;Description automatically generated">
            <a:extLst>
              <a:ext uri="{FF2B5EF4-FFF2-40B4-BE49-F238E27FC236}">
                <a16:creationId xmlns:a16="http://schemas.microsoft.com/office/drawing/2014/main" id="{B2B310AD-8E55-4C8C-911E-7710E108FA8A}"/>
              </a:ext>
            </a:extLst>
          </p:cNvPr>
          <p:cNvPicPr>
            <a:picLocks noGrp="1" noChangeAspect="1"/>
          </p:cNvPicPr>
          <p:nvPr>
            <p:ph type="pic" sz="quarter" idx="46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12" b="10812"/>
          <a:stretch>
            <a:fillRect/>
          </a:stretch>
        </p:blipFill>
        <p:spPr/>
      </p:pic>
      <p:pic>
        <p:nvPicPr>
          <p:cNvPr id="17" name="Picture 6" descr="Movie, play, video icon">
            <a:hlinkClick r:id="rId8" action="ppaction://hlinkfile"/>
            <a:extLst>
              <a:ext uri="{FF2B5EF4-FFF2-40B4-BE49-F238E27FC236}">
                <a16:creationId xmlns:a16="http://schemas.microsoft.com/office/drawing/2014/main" id="{3C1A19E4-1170-44AD-A2DB-16E033639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8802" y="6227760"/>
            <a:ext cx="473075" cy="471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22275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0ffb6ef-0000-48aa-9041-fb29fcb198e5">
      <Terms xmlns="http://schemas.microsoft.com/office/infopath/2007/PartnerControls"/>
    </lcf76f155ced4ddcb4097134ff3c332f>
    <TaxCatchAll xmlns="900c2a09-0d28-449b-b8ad-3e76d664ec44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F2D984F0DC8B4F81A100EEA18D209A" ma:contentTypeVersion="12" ma:contentTypeDescription="Create a new document." ma:contentTypeScope="" ma:versionID="c8b7a84c3ffa203a33e73c9a0eacaf0c">
  <xsd:schema xmlns:xsd="http://www.w3.org/2001/XMLSchema" xmlns:xs="http://www.w3.org/2001/XMLSchema" xmlns:p="http://schemas.microsoft.com/office/2006/metadata/properties" xmlns:ns2="e0ffb6ef-0000-48aa-9041-fb29fcb198e5" xmlns:ns3="900c2a09-0d28-449b-b8ad-3e76d664ec44" targetNamespace="http://schemas.microsoft.com/office/2006/metadata/properties" ma:root="true" ma:fieldsID="9f1229bde29e73ea29286fbdda2b4ab6" ns2:_="" ns3:_="">
    <xsd:import namespace="e0ffb6ef-0000-48aa-9041-fb29fcb198e5"/>
    <xsd:import namespace="900c2a09-0d28-449b-b8ad-3e76d664ec4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ffb6ef-0000-48aa-9041-fb29fcb198e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b3623ea3-be23-4189-a25b-bcadb097ef1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0c2a09-0d28-449b-b8ad-3e76d664ec4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dfe5ddd-bb25-4adb-93a2-938a30b22837}" ma:internalName="TaxCatchAll" ma:showField="CatchAllData" ma:web="900c2a09-0d28-449b-b8ad-3e76d664ec4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B217BE4-BE9E-499F-A1BC-BE1CA7FDDAF4}">
  <ds:schemaRefs>
    <ds:schemaRef ds:uri="http://schemas.microsoft.com/office/2006/metadata/properties"/>
    <ds:schemaRef ds:uri="http://schemas.microsoft.com/office/infopath/2007/PartnerControls"/>
    <ds:schemaRef ds:uri="e0ffb6ef-0000-48aa-9041-fb29fcb198e5"/>
    <ds:schemaRef ds:uri="900c2a09-0d28-449b-b8ad-3e76d664ec44"/>
  </ds:schemaRefs>
</ds:datastoreItem>
</file>

<file path=customXml/itemProps2.xml><?xml version="1.0" encoding="utf-8"?>
<ds:datastoreItem xmlns:ds="http://schemas.openxmlformats.org/officeDocument/2006/customXml" ds:itemID="{FDECF3EA-3219-454D-8A53-B95498131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0ffb6ef-0000-48aa-9041-fb29fcb198e5"/>
    <ds:schemaRef ds:uri="900c2a09-0d28-449b-b8ad-3e76d664ec4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8C91039-83D2-44C5-8DA8-4EDEB77FB00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417</TotalTime>
  <Words>268</Words>
  <Application>Microsoft Office PowerPoint</Application>
  <PresentationFormat>Widescreen</PresentationFormat>
  <Paragraphs>53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Verdana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aparsh mishra</dc:creator>
  <cp:lastModifiedBy>Jarad, Prajakta Gorakh</cp:lastModifiedBy>
  <cp:revision>11</cp:revision>
  <dcterms:created xsi:type="dcterms:W3CDTF">2022-09-21T07:03:39Z</dcterms:created>
  <dcterms:modified xsi:type="dcterms:W3CDTF">2022-10-12T06:43:02Z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0x010100C3F2D984F0DC8B4F81A100EEA18D209A</vt:lpwstr>
  </property>
</Properties>
</file>